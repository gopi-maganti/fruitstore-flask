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3" r:id="rId7"/>
    <p:sldId id="260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9"/>
    <p:restoredTop sz="94610"/>
  </p:normalViewPr>
  <p:slideViewPr>
    <p:cSldViewPr snapToGrid="0" snapToObjects="1">
      <p:cViewPr varScale="1">
        <p:scale>
          <a:sx n="301" d="100"/>
          <a:sy n="301" d="100"/>
        </p:scale>
        <p:origin x="4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987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845D4-BFDD-ACA3-6C37-E4076109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9A7A4-9E41-B68E-7307-A8201CCE5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FFB3B-BCD7-D217-20BF-33054DC27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3A15F-0226-B85D-3CD6-B9BCA4594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32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7C06D-B944-04B4-163F-D118F114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0F137-021C-9EB4-C650-C5CDDEDEE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C25FE-21D5-A77B-6E7A-DC008D6A6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05E87-438D-21F7-9198-4FD3C9DC9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57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690372"/>
            <a:ext cx="9144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7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YQYR</a:t>
            </a:r>
            <a:endParaRPr lang="en-US" sz="16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280160" cy="23774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B7280"/>
                </a:solidFill>
              </a:rPr>
              <a:t>PROOF OF CONCEPT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YQYR Demo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 Pipeline  ·  Implementation Walkthrough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80467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24" name="Picture 4" descr="American Airlines Logo and symbol, meaning, history, PNG, brand">
            <a:extLst>
              <a:ext uri="{FF2B5EF4-FFF2-40B4-BE49-F238E27FC236}">
                <a16:creationId xmlns:a16="http://schemas.microsoft.com/office/drawing/2014/main" id="{669EAA7E-3B06-25A7-4457-BBF96F747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267" y="3380571"/>
            <a:ext cx="2641600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93192" y="-101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630264"/>
            <a:ext cx="813816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5802" y="693085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Agents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4494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UI - flow-ui Base + Custom Prompts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19" y="4258726"/>
            <a:ext cx="8138160" cy="4707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Bootstrapped from flow-ui repo for the base design. Custom individual prompts applied at each implementation stage to refine and enhance the UI progressively.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201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-1347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600632"/>
            <a:ext cx="813816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930492"/>
            <a:ext cx="2304288" cy="291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New Agent — Code Reviewer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0194" y="1181318"/>
            <a:ext cx="7658439" cy="406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Added a dedicated Code Reviewer agent to the pipeline. It runs after code generation which provides a structured review-report on code quality, security and reliability issues with detailed suggestions and hands-off to Coding Agent.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1775677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Reduced Token Usage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0193" y="2165564"/>
            <a:ext cx="7484873" cy="406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Optimised agent instructions by trimming redundant context, scoping agent's instructions to only the information it needs and leveraging structured response formats to cut down on verbose completions.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7" y="2773464"/>
            <a:ext cx="4016080" cy="30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Chat Customizations Evaluation via VS Code Extension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0193" y="3149810"/>
            <a:ext cx="7484872" cy="406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Utilised the extension in VS Code to analyze and improve agent instructions that includes agent, skill, instructions, and prompts.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-135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Issues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613331"/>
            <a:ext cx="813816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7493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Data Inconsistencies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7784" y="1040895"/>
            <a:ext cx="8083296" cy="302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Lack of schema information for tables caused data mapping issues. Incomplete information in the attributes data (for e.g. OWRT – 1, 2, 3 where 1 is for One-way, 2 is for Round-trip, 3 is for ?)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45679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DDL Permission Overwrites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7784" y="1739781"/>
            <a:ext cx="8083296" cy="28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Application properties (DDL) were overwritten by Agent occasionally. Required explicit hard instructions to insert placeholder stubs for certain service integrations.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132125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UI ↔ Backend API Mapping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7784" y="2417323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UI components did not consistently align with backend API responses, leading to rendering mismatches and requiring manual correction passes.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274353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111827"/>
                </a:solidFill>
              </a:rPr>
              <a:t>Test</a:t>
            </a:r>
            <a:r>
              <a:rPr lang="en-US" sz="1150" dirty="0"/>
              <a:t> </a:t>
            </a:r>
            <a:r>
              <a:rPr lang="en-US" sz="1150" b="1" dirty="0">
                <a:solidFill>
                  <a:srgbClr val="111827"/>
                </a:solidFill>
              </a:rPr>
              <a:t>Findings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7784" y="3017854"/>
            <a:ext cx="8083296" cy="2446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Several edge-case bugs and logic discrepancies surfaced during testing and code review by agent.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354943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Checkpoint Reversions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7784" y="3629263"/>
            <a:ext cx="8083296" cy="2446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Had to revert to earlier checkpoints on select UI-related enhancements where progressive changes introduced new issues.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F972D-9EBF-6E54-8A6F-F43EB9554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02AA261-F73C-3455-24F5-28D901D58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399" y="482600"/>
            <a:ext cx="8408193" cy="5586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Estimated Impact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2F10A5-AC90-260B-BEC3-F48784195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383157"/>
              </p:ext>
            </p:extLst>
          </p:nvPr>
        </p:nvGraphicFramePr>
        <p:xfrm>
          <a:off x="1041228" y="1256420"/>
          <a:ext cx="7061543" cy="30756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74726">
                  <a:extLst>
                    <a:ext uri="{9D8B030D-6E8A-4147-A177-3AD203B41FA5}">
                      <a16:colId xmlns:a16="http://schemas.microsoft.com/office/drawing/2014/main" val="1002228998"/>
                    </a:ext>
                  </a:extLst>
                </a:gridCol>
                <a:gridCol w="1912091">
                  <a:extLst>
                    <a:ext uri="{9D8B030D-6E8A-4147-A177-3AD203B41FA5}">
                      <a16:colId xmlns:a16="http://schemas.microsoft.com/office/drawing/2014/main" val="3262353724"/>
                    </a:ext>
                  </a:extLst>
                </a:gridCol>
                <a:gridCol w="2574726">
                  <a:extLst>
                    <a:ext uri="{9D8B030D-6E8A-4147-A177-3AD203B41FA5}">
                      <a16:colId xmlns:a16="http://schemas.microsoft.com/office/drawing/2014/main" val="489112306"/>
                    </a:ext>
                  </a:extLst>
                </a:gridCol>
              </a:tblGrid>
              <a:tr h="4388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Human / Manual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Agent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431656"/>
                  </a:ext>
                </a:extLst>
              </a:tr>
              <a:tr h="4388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Requirement Analysis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2-3 days</a:t>
                      </a:r>
                      <a:endParaRPr 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2-3 hours</a:t>
                      </a: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991471"/>
                  </a:ext>
                </a:extLst>
              </a:tr>
              <a:tr h="4388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Validation Review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1-2 days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1-2 hours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211358"/>
                  </a:ext>
                </a:extLst>
              </a:tr>
              <a:tr h="4388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Implementation Planning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 day</a:t>
                      </a: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15 mins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442828"/>
                  </a:ext>
                </a:extLst>
              </a:tr>
              <a:tr h="442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Code Generation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3-5 days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30-60 mins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481522"/>
                  </a:ext>
                </a:extLst>
              </a:tr>
              <a:tr h="4388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Initial Test Generation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1-2 days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15-30 mins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852286"/>
                  </a:ext>
                </a:extLst>
              </a:tr>
              <a:tr h="4388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Code Review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1-2 days</a:t>
                      </a:r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1-2 hours</a:t>
                      </a:r>
                    </a:p>
                  </a:txBody>
                  <a:tcPr marL="179111" marR="89556" marT="89556" marB="895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031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32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E687B-B5C9-F57B-F101-CAEE9C437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D94AFDC3-AC5B-06AF-E5AA-13AD5DBC3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414AB28-FAD9-C970-9AFA-176971392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903" y="561820"/>
            <a:ext cx="8408193" cy="4063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Estimated Token Usage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6C9B24-EC5F-2554-1A00-65998C199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792353"/>
              </p:ext>
            </p:extLst>
          </p:nvPr>
        </p:nvGraphicFramePr>
        <p:xfrm>
          <a:off x="628650" y="1193799"/>
          <a:ext cx="7886700" cy="2992969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3942314269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405943129"/>
                    </a:ext>
                  </a:extLst>
                </a:gridCol>
              </a:tblGrid>
              <a:tr h="42756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Tokens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156450"/>
                  </a:ext>
                </a:extLst>
              </a:tr>
              <a:tr h="42756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Document Parsing &amp; Chunking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50K-100K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833339"/>
                  </a:ext>
                </a:extLst>
              </a:tr>
              <a:tr h="42756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Requirement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100K-200K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390199"/>
                  </a:ext>
                </a:extLst>
              </a:tr>
              <a:tr h="42756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Validation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50K-100K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245786"/>
                  </a:ext>
                </a:extLst>
              </a:tr>
              <a:tr h="42756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Planning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50K-100K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753953"/>
                  </a:ext>
                </a:extLst>
              </a:tr>
              <a:tr h="4275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Code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300K-1M+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215637"/>
                  </a:ext>
                </a:extLst>
              </a:tr>
              <a:tr h="4275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Review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100K-300K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826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263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-1353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Suggestive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566760"/>
            <a:ext cx="813816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13816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Context: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23444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Copilot Agents in VS Code are useful but limited in scope for complex multi-doc pipelines. A custom agentic backend unlocks a scalable, reusable workflow.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Proposed 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1298448" cy="1188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Upload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Document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552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PDF, Word, MD…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01368" y="2761488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38528" y="2377440"/>
            <a:ext cx="1298448" cy="1188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38528" y="24505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38528" y="2706624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Parse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Doc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38528" y="32552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OCR, Tables, diagram Images etc.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36976" y="2761488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74136" y="2377440"/>
            <a:ext cx="1298448" cy="1188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74136" y="24505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74136" y="2706624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Extract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Context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74136" y="32552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Includes Req-logic and Validation Checks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72584" y="2761488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9744" y="2377440"/>
            <a:ext cx="1298448" cy="1188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9744" y="24505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9744" y="2706624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Validate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Logic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32552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Business review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08192" y="2761488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45352" y="2377440"/>
            <a:ext cx="1298448" cy="1188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5352" y="24505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45352" y="2706624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Implementation Planning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45352" y="32552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43800" y="2761488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2377440"/>
            <a:ext cx="1298448" cy="11887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680960" y="24505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0960" y="2706624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Code Gen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&amp; Review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80960" y="325526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Review agent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2920" y="3749040"/>
            <a:ext cx="813816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38221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Recommended Libraries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4640" y="3822192"/>
            <a:ext cx="160020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834640" y="38221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LangChain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7720" y="3822192"/>
            <a:ext cx="160020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17720" y="38221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LangGraph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00800" y="3822192"/>
            <a:ext cx="160020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0" y="38221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</a:rPr>
              <a:t>Custom Backend Agentic Tools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</a:rPr>
              <a:t>This pipeline decouples document ingestion from code generation — enabling validation checkpoints and human review before any implementation begins.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479</Words>
  <Application>Microsoft Macintosh PowerPoint</Application>
  <PresentationFormat>On-screen Show (16:9)</PresentationFormat>
  <Paragraphs>106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YQYR Demo</dc:title>
  <dc:subject>PptxGenJS Presentation</dc:subject>
  <dc:creator>PptxGenJS</dc:creator>
  <cp:lastModifiedBy>Gopi Krishna Maganti</cp:lastModifiedBy>
  <cp:revision>5</cp:revision>
  <dcterms:created xsi:type="dcterms:W3CDTF">2026-06-09T03:18:22Z</dcterms:created>
  <dcterms:modified xsi:type="dcterms:W3CDTF">2026-06-09T05:22:08Z</dcterms:modified>
</cp:coreProperties>
</file>